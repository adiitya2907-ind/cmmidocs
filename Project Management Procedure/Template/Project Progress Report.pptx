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336" r:id="rId2"/>
    <p:sldId id="386" r:id="rId3"/>
    <p:sldId id="387" r:id="rId4"/>
    <p:sldId id="388" r:id="rId5"/>
    <p:sldId id="389" r:id="rId6"/>
    <p:sldId id="390" r:id="rId7"/>
    <p:sldId id="391" r:id="rId8"/>
    <p:sldId id="395" r:id="rId9"/>
    <p:sldId id="274" r:id="rId10"/>
  </p:sldIdLst>
  <p:sldSz cx="9144000" cy="6858000" type="screen4x3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9B00"/>
    <a:srgbClr val="34281E"/>
    <a:srgbClr val="000066"/>
    <a:srgbClr val="F8A6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85" autoAdjust="0"/>
    <p:restoredTop sz="94660"/>
  </p:normalViewPr>
  <p:slideViewPr>
    <p:cSldViewPr>
      <p:cViewPr varScale="1">
        <p:scale>
          <a:sx n="66" d="100"/>
          <a:sy n="66" d="100"/>
        </p:scale>
        <p:origin x="128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4" d="100"/>
          <a:sy n="74" d="100"/>
        </p:scale>
        <p:origin x="-4128" y="-120"/>
      </p:cViewPr>
      <p:guideLst>
        <p:guide orient="horz" pos="3108"/>
        <p:guide pos="212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41199-BB89-4D67-9E7E-555C94B18BDB}" type="datetimeFigureOut">
              <a:rPr lang="en-US" smtClean="0"/>
              <a:pPr/>
              <a:t>10/8/2021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9EBF76-5915-4105-A3EE-C6FEBAF299C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770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99374E-A779-413B-8C8C-C2EBF24629F9}" type="datetimeFigureOut">
              <a:rPr lang="en-US" smtClean="0"/>
              <a:pPr/>
              <a:t>10/8/2021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333031-DD83-4549-8FC6-FA35AA02F8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27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333031-DD83-4549-8FC6-FA35AA02F88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22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28575">
                <a:solidFill>
                  <a:schemeClr val="bg1">
                    <a:lumMod val="65000"/>
                  </a:schemeClr>
                </a:solidFill>
              </a:ln>
            </a:endParaRP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0" y="6246812"/>
            <a:ext cx="9144000" cy="1588"/>
          </a:xfrm>
          <a:prstGeom prst="line">
            <a:avLst/>
          </a:prstGeom>
          <a:ln w="41275">
            <a:solidFill>
              <a:srgbClr val="F8A6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762000"/>
            <a:ext cx="8153400" cy="1588"/>
          </a:xfrm>
          <a:prstGeom prst="line">
            <a:avLst/>
          </a:prstGeom>
          <a:ln w="41275">
            <a:solidFill>
              <a:srgbClr val="F8A6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logo.png"/>
          <p:cNvPicPr>
            <a:picLocks noChangeAspect="1"/>
          </p:cNvPicPr>
          <p:nvPr userDrawn="1"/>
        </p:nvPicPr>
        <p:blipFill>
          <a:blip r:embed="rId2" cstate="print"/>
          <a:srcRect t="9130" b="17832"/>
          <a:stretch>
            <a:fillRect/>
          </a:stretch>
        </p:blipFill>
        <p:spPr>
          <a:xfrm>
            <a:off x="7896225" y="0"/>
            <a:ext cx="1247775" cy="762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57892D8-E6E8-4F3B-8C78-C2CBD4B83994}" type="datetimeFigureOut">
              <a:rPr lang="en-US" smtClean="0"/>
              <a:pPr/>
              <a:t>10/8/2021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6248400"/>
            <a:ext cx="2133600" cy="365125"/>
          </a:xfrm>
          <a:prstGeom prst="rect">
            <a:avLst/>
          </a:prstGeom>
        </p:spPr>
        <p:txBody>
          <a:bodyPr/>
          <a:lstStyle/>
          <a:p>
            <a:fld id="{23E96CF2-207E-49E4-A4E9-C5839CF8DD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57892D8-E6E8-4F3B-8C78-C2CBD4B83994}" type="datetimeFigureOut">
              <a:rPr lang="en-US" smtClean="0"/>
              <a:pPr/>
              <a:t>10/8/2021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629400" y="6248400"/>
            <a:ext cx="2133600" cy="365125"/>
          </a:xfrm>
          <a:prstGeom prst="rect">
            <a:avLst/>
          </a:prstGeom>
        </p:spPr>
        <p:txBody>
          <a:bodyPr/>
          <a:lstStyle/>
          <a:p>
            <a:fld id="{23E96CF2-207E-49E4-A4E9-C5839CF8DD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57892D8-E6E8-4F3B-8C78-C2CBD4B83994}" type="datetimeFigureOut">
              <a:rPr lang="en-US" smtClean="0"/>
              <a:pPr/>
              <a:t>10/8/2021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629400" y="6248400"/>
            <a:ext cx="2133600" cy="365125"/>
          </a:xfrm>
          <a:prstGeom prst="rect">
            <a:avLst/>
          </a:prstGeom>
        </p:spPr>
        <p:txBody>
          <a:bodyPr/>
          <a:lstStyle/>
          <a:p>
            <a:fld id="{23E96CF2-207E-49E4-A4E9-C5839CF8DD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57892D8-E6E8-4F3B-8C78-C2CBD4B83994}" type="datetimeFigureOut">
              <a:rPr lang="en-US" smtClean="0"/>
              <a:pPr/>
              <a:t>10/8/2021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629400" y="6248400"/>
            <a:ext cx="2133600" cy="365125"/>
          </a:xfrm>
          <a:prstGeom prst="rect">
            <a:avLst/>
          </a:prstGeom>
        </p:spPr>
        <p:txBody>
          <a:bodyPr/>
          <a:lstStyle/>
          <a:p>
            <a:fld id="{23E96CF2-207E-49E4-A4E9-C5839CF8DD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57892D8-E6E8-4F3B-8C78-C2CBD4B83994}" type="datetimeFigureOut">
              <a:rPr lang="en-US" smtClean="0"/>
              <a:pPr/>
              <a:t>10/8/2021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629400" y="6248400"/>
            <a:ext cx="2133600" cy="365125"/>
          </a:xfrm>
          <a:prstGeom prst="rect">
            <a:avLst/>
          </a:prstGeom>
        </p:spPr>
        <p:txBody>
          <a:bodyPr/>
          <a:lstStyle/>
          <a:p>
            <a:fld id="{23E96CF2-207E-49E4-A4E9-C5839CF8DD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57892D8-E6E8-4F3B-8C78-C2CBD4B83994}" type="datetimeFigureOut">
              <a:rPr lang="en-US" smtClean="0"/>
              <a:pPr/>
              <a:t>10/8/2021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629400" y="6248400"/>
            <a:ext cx="2133600" cy="365125"/>
          </a:xfrm>
          <a:prstGeom prst="rect">
            <a:avLst/>
          </a:prstGeom>
        </p:spPr>
        <p:txBody>
          <a:bodyPr/>
          <a:lstStyle/>
          <a:p>
            <a:fld id="{23E96CF2-207E-49E4-A4E9-C5839CF8DD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57892D8-E6E8-4F3B-8C78-C2CBD4B83994}" type="datetimeFigureOut">
              <a:rPr lang="en-US" smtClean="0"/>
              <a:pPr/>
              <a:t>10/8/2021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629400" y="6248400"/>
            <a:ext cx="2133600" cy="365125"/>
          </a:xfrm>
          <a:prstGeom prst="rect">
            <a:avLst/>
          </a:prstGeom>
        </p:spPr>
        <p:txBody>
          <a:bodyPr/>
          <a:lstStyle/>
          <a:p>
            <a:fld id="{23E96CF2-207E-49E4-A4E9-C5839CF8DD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57892D8-E6E8-4F3B-8C78-C2CBD4B83994}" type="datetimeFigureOut">
              <a:rPr lang="en-US" smtClean="0"/>
              <a:pPr/>
              <a:t>10/8/2021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6248400"/>
            <a:ext cx="2133600" cy="365125"/>
          </a:xfrm>
          <a:prstGeom prst="rect">
            <a:avLst/>
          </a:prstGeom>
        </p:spPr>
        <p:txBody>
          <a:bodyPr/>
          <a:lstStyle/>
          <a:p>
            <a:fld id="{23E96CF2-207E-49E4-A4E9-C5839CF8DD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57892D8-E6E8-4F3B-8C78-C2CBD4B83994}" type="datetimeFigureOut">
              <a:rPr lang="en-US" smtClean="0"/>
              <a:pPr/>
              <a:t>10/8/2021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6248400"/>
            <a:ext cx="2133600" cy="365125"/>
          </a:xfrm>
          <a:prstGeom prst="rect">
            <a:avLst/>
          </a:prstGeom>
        </p:spPr>
        <p:txBody>
          <a:bodyPr/>
          <a:lstStyle/>
          <a:p>
            <a:fld id="{23E96CF2-207E-49E4-A4E9-C5839CF8DD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mailto:info@uneecops.com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295400" y="304800"/>
            <a:ext cx="7848600" cy="24384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 dirty="0" smtClean="0"/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752600" y="990988"/>
            <a:ext cx="7183855" cy="1142612"/>
          </a:xfrm>
        </p:spPr>
        <p:txBody>
          <a:bodyPr/>
          <a:lstStyle/>
          <a:p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Project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Progress 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Report</a:t>
            </a:r>
            <a:r>
              <a:rPr lang="en-IN" sz="4000" dirty="0"/>
              <a:t/>
            </a:r>
            <a:br>
              <a:rPr lang="en-IN" sz="4000" dirty="0"/>
            </a:br>
            <a:r>
              <a:rPr lang="en-US" sz="4000" dirty="0" smtClean="0">
                <a:solidFill>
                  <a:schemeClr val="tx1"/>
                </a:solidFill>
              </a:rPr>
              <a:t/>
            </a:r>
            <a:br>
              <a:rPr lang="en-US" sz="4000" dirty="0" smtClean="0">
                <a:solidFill>
                  <a:schemeClr val="tx1"/>
                </a:solidFill>
              </a:rPr>
            </a:b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b="0" dirty="0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4795312"/>
            <a:ext cx="2466975" cy="20626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28800" y="3124200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&lt;Project Name&gt;</a:t>
            </a:r>
            <a:endParaRPr lang="en-IN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1143000" y="4572000"/>
            <a:ext cx="2743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Project Code: </a:t>
            </a:r>
          </a:p>
          <a:p>
            <a:endParaRPr lang="en-US" dirty="0" smtClean="0"/>
          </a:p>
          <a:p>
            <a:r>
              <a:rPr lang="en-US" dirty="0" smtClean="0"/>
              <a:t>Project Manager:</a:t>
            </a:r>
          </a:p>
          <a:p>
            <a:endParaRPr lang="en-US" dirty="0" smtClean="0"/>
          </a:p>
          <a:p>
            <a:r>
              <a:rPr lang="en-US" dirty="0" smtClean="0"/>
              <a:t>Period of Review:</a:t>
            </a:r>
          </a:p>
          <a:p>
            <a:endParaRPr lang="en-US" dirty="0" smtClean="0"/>
          </a:p>
          <a:p>
            <a:r>
              <a:rPr lang="en-US" dirty="0" smtClean="0"/>
              <a:t>Date of Review: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637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387" y="152400"/>
            <a:ext cx="8229600" cy="609600"/>
          </a:xfrm>
        </p:spPr>
        <p:txBody>
          <a:bodyPr>
            <a:normAutofit/>
          </a:bodyPr>
          <a:lstStyle/>
          <a:p>
            <a:pPr algn="l"/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7886700" cy="3475435"/>
          </a:xfrm>
        </p:spPr>
        <p:txBody>
          <a:bodyPr>
            <a:noAutofit/>
          </a:bodyPr>
          <a:lstStyle/>
          <a:p>
            <a:pPr marL="300038" indent="-300038" fontAlgn="auto">
              <a:spcAft>
                <a:spcPts val="0"/>
              </a:spcAft>
              <a:buFont typeface="+mj-lt"/>
              <a:buAutoNum type="arabicPeriod"/>
            </a:pPr>
            <a:r>
              <a:rPr lang="en-US" sz="1800" dirty="0" smtClean="0">
                <a:cs typeface="Arial" panose="020B0604020202020204" pitchFamily="34" charset="0"/>
              </a:rPr>
              <a:t>Highlights </a:t>
            </a:r>
            <a:r>
              <a:rPr lang="en-US" sz="1800" dirty="0">
                <a:cs typeface="Arial" panose="020B0604020202020204" pitchFamily="34" charset="0"/>
              </a:rPr>
              <a:t>in the reporting Period</a:t>
            </a:r>
          </a:p>
          <a:p>
            <a:pPr marL="300038" indent="-300038" fontAlgn="auto"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cs typeface="Arial" panose="020B0604020202020204" pitchFamily="34" charset="0"/>
              </a:rPr>
              <a:t>Activities carries out during this reporting Period</a:t>
            </a:r>
          </a:p>
          <a:p>
            <a:pPr marL="300038" indent="-300038" fontAlgn="auto"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cs typeface="Arial" panose="020B0604020202020204" pitchFamily="34" charset="0"/>
              </a:rPr>
              <a:t>Unplanned activities carried out</a:t>
            </a:r>
          </a:p>
          <a:p>
            <a:pPr marL="300038" indent="-300038" fontAlgn="auto"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cs typeface="Arial" panose="020B0604020202020204" pitchFamily="34" charset="0"/>
              </a:rPr>
              <a:t>Plan for next reporting period</a:t>
            </a:r>
          </a:p>
          <a:p>
            <a:pPr marL="300038" indent="-300038" fontAlgn="auto">
              <a:spcAft>
                <a:spcPts val="0"/>
              </a:spcAft>
              <a:buFont typeface="+mj-lt"/>
              <a:buAutoNum type="arabicPeriod"/>
            </a:pPr>
            <a:r>
              <a:rPr lang="en-US" sz="1800" dirty="0" smtClean="0">
                <a:cs typeface="Arial" panose="020B0604020202020204" pitchFamily="34" charset="0"/>
              </a:rPr>
              <a:t>Issues </a:t>
            </a:r>
            <a:r>
              <a:rPr lang="en-US" sz="1800" dirty="0">
                <a:cs typeface="Arial" panose="020B0604020202020204" pitchFamily="34" charset="0"/>
              </a:rPr>
              <a:t>and concerns</a:t>
            </a:r>
          </a:p>
          <a:p>
            <a:pPr marL="300038" indent="-300038" fontAlgn="auto"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cs typeface="Arial" panose="020B0604020202020204" pitchFamily="34" charset="0"/>
              </a:rPr>
              <a:t>Risks Analysis</a:t>
            </a:r>
          </a:p>
          <a:p>
            <a:endParaRPr lang="en-US" sz="1800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cs typeface="Arial" panose="020B0604020202020204" pitchFamily="34" charset="0"/>
              </a:rPr>
              <a:t>Note: Additional information can be included in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1826787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685800"/>
          </a:xfrm>
        </p:spPr>
        <p:txBody>
          <a:bodyPr>
            <a:normAutofit/>
          </a:bodyPr>
          <a:lstStyle/>
          <a:p>
            <a:pPr algn="l"/>
            <a:r>
              <a:rPr lang="en-US" sz="2700" dirty="0" smtClean="0">
                <a:latin typeface="Arial" panose="020B0604020202020204" pitchFamily="34" charset="0"/>
                <a:cs typeface="Arial" panose="020B0604020202020204" pitchFamily="34" charset="0"/>
              </a:rPr>
              <a:t>Highlights 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in the Reporting period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738711"/>
              </p:ext>
            </p:extLst>
          </p:nvPr>
        </p:nvGraphicFramePr>
        <p:xfrm>
          <a:off x="457200" y="1142998"/>
          <a:ext cx="8001000" cy="2209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5029200"/>
                <a:gridCol w="1676400"/>
              </a:tblGrid>
              <a:tr h="8001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S. No.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Highlights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Remarks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</a:tr>
              <a:tr h="469901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marL="68580" marR="68580" marT="34290" marB="34290" anchor="ctr"/>
                </a:tc>
              </a:tr>
              <a:tr h="469901"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68580" marR="68580" marT="34290" marB="34290" anchor="ctr"/>
                </a:tc>
              </a:tr>
              <a:tr h="469901"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68580" marR="68580" marT="34290" marB="34290" anchor="ctr"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00062" y="4267200"/>
            <a:ext cx="8077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&lt;Mention brief description about the activities carried out during this reporting period&gt;</a:t>
            </a:r>
          </a:p>
        </p:txBody>
      </p:sp>
    </p:spTree>
    <p:extLst>
      <p:ext uri="{BB962C8B-B14F-4D97-AF65-F5344CB8AC3E}">
        <p14:creationId xmlns:p14="http://schemas.microsoft.com/office/powerpoint/2010/main" val="2568944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7962900" cy="609600"/>
          </a:xfrm>
        </p:spPr>
        <p:txBody>
          <a:bodyPr>
            <a:normAutofit/>
          </a:bodyPr>
          <a:lstStyle/>
          <a:p>
            <a:pPr algn="l"/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Activities Carried Out In This Reporting period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853269"/>
              </p:ext>
            </p:extLst>
          </p:nvPr>
        </p:nvGraphicFramePr>
        <p:xfrm>
          <a:off x="533400" y="1219200"/>
          <a:ext cx="8229599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081"/>
                <a:gridCol w="1605233"/>
                <a:gridCol w="1175657"/>
                <a:gridCol w="1175657"/>
                <a:gridCol w="1175657"/>
                <a:gridCol w="1175657"/>
                <a:gridCol w="1175657"/>
              </a:tblGrid>
              <a:tr h="6069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S. No.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Task/Milestone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Start Date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End Date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Status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Performed By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Effort</a:t>
                      </a:r>
                      <a:r>
                        <a:rPr lang="en-US" sz="1600" baseline="0" dirty="0" smtClean="0"/>
                        <a:t> Spent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</a:tr>
              <a:tr h="606986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Design Phase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 </a:t>
                      </a:r>
                      <a:r>
                        <a:rPr lang="en-US" sz="1400" dirty="0" err="1" smtClean="0"/>
                        <a:t>april</a:t>
                      </a:r>
                      <a:r>
                        <a:rPr lang="en-US" sz="1400" dirty="0" smtClean="0"/>
                        <a:t>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15 may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In progress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</a:tr>
              <a:tr h="345514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</a:tr>
              <a:tr h="345514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33400" y="4267201"/>
            <a:ext cx="8001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&lt;Mention in detail about the activities carried out in the reporting period&gt;</a:t>
            </a:r>
          </a:p>
        </p:txBody>
      </p:sp>
    </p:spTree>
    <p:extLst>
      <p:ext uri="{BB962C8B-B14F-4D97-AF65-F5344CB8AC3E}">
        <p14:creationId xmlns:p14="http://schemas.microsoft.com/office/powerpoint/2010/main" val="2011863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05800" cy="685800"/>
          </a:xfrm>
        </p:spPr>
        <p:txBody>
          <a:bodyPr>
            <a:normAutofit/>
          </a:bodyPr>
          <a:lstStyle/>
          <a:p>
            <a:pPr algn="l"/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Unplanned Activities Carried Out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273166"/>
              </p:ext>
            </p:extLst>
          </p:nvPr>
        </p:nvGraphicFramePr>
        <p:xfrm>
          <a:off x="533400" y="1219200"/>
          <a:ext cx="8229599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081"/>
                <a:gridCol w="1605233"/>
                <a:gridCol w="1175657"/>
                <a:gridCol w="1175657"/>
                <a:gridCol w="1175657"/>
                <a:gridCol w="1175657"/>
                <a:gridCol w="1175657"/>
              </a:tblGrid>
              <a:tr h="6069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S. No.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Activity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Start Date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End Date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Status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Performed By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Effort Spent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</a:tr>
              <a:tr h="606986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Design Phase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 </a:t>
                      </a:r>
                      <a:r>
                        <a:rPr lang="en-US" sz="1400" dirty="0" err="1" smtClean="0"/>
                        <a:t>april</a:t>
                      </a:r>
                      <a:r>
                        <a:rPr lang="en-US" sz="1400" dirty="0" smtClean="0"/>
                        <a:t>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15 may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In progress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</a:tr>
              <a:tr h="345514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</a:tr>
              <a:tr h="345514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33400" y="4038600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&lt; Mention in detail about the unplanned activities carried out in the reporting period &gt;</a:t>
            </a:r>
          </a:p>
        </p:txBody>
      </p:sp>
    </p:spTree>
    <p:extLst>
      <p:ext uri="{BB962C8B-B14F-4D97-AF65-F5344CB8AC3E}">
        <p14:creationId xmlns:p14="http://schemas.microsoft.com/office/powerpoint/2010/main" val="400886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077200" cy="685800"/>
          </a:xfrm>
        </p:spPr>
        <p:txBody>
          <a:bodyPr>
            <a:normAutofit/>
          </a:bodyPr>
          <a:lstStyle/>
          <a:p>
            <a:pPr algn="l"/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Plan for Next Reporting period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428795"/>
              </p:ext>
            </p:extLst>
          </p:nvPr>
        </p:nvGraphicFramePr>
        <p:xfrm>
          <a:off x="381000" y="1143000"/>
          <a:ext cx="8077203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1143000"/>
                <a:gridCol w="1524000"/>
                <a:gridCol w="1356363"/>
                <a:gridCol w="1615440"/>
              </a:tblGrid>
              <a:tr h="104409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Activity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Start Date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End Date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Effort Planned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Remarks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</a:tr>
              <a:tr h="423439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</a:tr>
              <a:tr h="553226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</a:tr>
              <a:tr h="417638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66712" y="4191001"/>
            <a:ext cx="80914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&lt; Mention activities planned for next reporting period &gt;</a:t>
            </a:r>
          </a:p>
        </p:txBody>
      </p:sp>
    </p:spTree>
    <p:extLst>
      <p:ext uri="{BB962C8B-B14F-4D97-AF65-F5344CB8AC3E}">
        <p14:creationId xmlns:p14="http://schemas.microsoft.com/office/powerpoint/2010/main" val="3711942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05800" cy="685800"/>
          </a:xfrm>
        </p:spPr>
        <p:txBody>
          <a:bodyPr>
            <a:normAutofit/>
          </a:bodyPr>
          <a:lstStyle/>
          <a:p>
            <a:pPr algn="l"/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Risks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182452"/>
              </p:ext>
            </p:extLst>
          </p:nvPr>
        </p:nvGraphicFramePr>
        <p:xfrm>
          <a:off x="381000" y="1219200"/>
          <a:ext cx="7848600" cy="2101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150"/>
                <a:gridCol w="1962150"/>
                <a:gridCol w="1962150"/>
                <a:gridCol w="196215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Risk Description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Risk Priority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Mitigation</a:t>
                      </a:r>
                      <a:r>
                        <a:rPr lang="en-US" sz="1600" baseline="0" dirty="0" smtClean="0"/>
                        <a:t> Action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Remarks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</a:tr>
              <a:tr h="373007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</a:tr>
              <a:tr h="373007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</a:tr>
              <a:tr h="373007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</a:tr>
              <a:tr h="373007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9600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153400" cy="685800"/>
          </a:xfrm>
        </p:spPr>
        <p:txBody>
          <a:bodyPr>
            <a:normAutofit/>
          </a:bodyPr>
          <a:lstStyle/>
          <a:p>
            <a:pPr algn="l"/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Issues and Concerns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185764"/>
              </p:ext>
            </p:extLst>
          </p:nvPr>
        </p:nvGraphicFramePr>
        <p:xfrm>
          <a:off x="381000" y="1143000"/>
          <a:ext cx="7696201" cy="2057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3962401"/>
              </a:tblGrid>
              <a:tr h="50823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Issues</a:t>
                      </a:r>
                      <a:r>
                        <a:rPr lang="en-US" sz="1600" baseline="0" dirty="0" smtClean="0"/>
                        <a:t> and Concerns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Remarks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</a:tr>
              <a:tr h="309834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Availability of Testing environment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Test server not available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</a:tr>
              <a:tr h="309834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</a:tr>
              <a:tr h="309834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</a:tr>
              <a:tr h="309834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</a:tr>
              <a:tr h="309834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3894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257800" y="4572000"/>
            <a:ext cx="3581400" cy="461665"/>
          </a:xfrm>
          <a:prstGeom prst="rect">
            <a:avLst/>
          </a:prstGeom>
          <a:effectLst>
            <a:reflection blurRad="6350" stA="50000" endA="300" endPos="55500" dist="101600" dir="5400000" sy="-100000" algn="bl" rotWithShape="0"/>
          </a:effectLst>
        </p:spPr>
        <p:txBody>
          <a:bodyPr wrap="square">
            <a:spAutoFit/>
          </a:bodyPr>
          <a:lstStyle/>
          <a:p>
            <a:pPr algn="ctr"/>
            <a:r>
              <a:rPr lang="en-US" sz="3600" b="1" baseline="-25000" dirty="0" smtClean="0">
                <a:solidFill>
                  <a:schemeClr val="bg1"/>
                </a:solidFill>
                <a:ea typeface="ＭＳ Ｐゴシック" charset="-128"/>
              </a:rPr>
              <a:t>THANK YOU</a:t>
            </a:r>
            <a:endParaRPr lang="en-US" sz="3600" b="1" baseline="-25000" dirty="0">
              <a:solidFill>
                <a:schemeClr val="bg1"/>
              </a:solidFill>
              <a:ea typeface="ＭＳ Ｐゴシック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5486400"/>
            <a:ext cx="9144000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pc="300" dirty="0">
                <a:ln w="6350" cmpd="sng">
                  <a:solidFill>
                    <a:srgbClr val="F8A602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cs typeface="Arial" pitchFamily="34" charset="0"/>
              </a:rPr>
              <a:t>B</a:t>
            </a:r>
            <a:r>
              <a:rPr lang="en-US" sz="1400" spc="300" dirty="0" smtClean="0">
                <a:ln w="6350" cmpd="sng">
                  <a:solidFill>
                    <a:srgbClr val="F8A602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cs typeface="Arial" pitchFamily="34" charset="0"/>
              </a:rPr>
              <a:t>-59.Sector -63.Noida- 201301</a:t>
            </a:r>
            <a:r>
              <a:rPr lang="en-US" sz="1400" spc="300" dirty="0" smtClean="0">
                <a:ln w="6350" cmpd="sng">
                  <a:solidFill>
                    <a:schemeClr val="bg1">
                      <a:lumMod val="7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cs typeface="Arial" pitchFamily="34" charset="0"/>
              </a:rPr>
              <a:t>| </a:t>
            </a:r>
            <a:r>
              <a:rPr lang="en-US" sz="1400" u="sng" spc="300" dirty="0" smtClean="0">
                <a:ln w="6350" cmpd="sng">
                  <a:solidFill>
                    <a:schemeClr val="bg1">
                      <a:lumMod val="7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cs typeface="Arial" pitchFamily="34" charset="0"/>
              </a:rPr>
              <a:t>www.</a:t>
            </a:r>
            <a:r>
              <a:rPr lang="en-US" sz="1400" u="sng" spc="300" dirty="0" smtClean="0">
                <a:ln w="6350" cmpd="sng">
                  <a:solidFill>
                    <a:schemeClr val="bg1">
                      <a:lumMod val="7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cs typeface="Arial" pitchFamily="34" charset="0"/>
                <a:hlinkClick r:id="rId2"/>
              </a:rPr>
              <a:t>uneecops.com</a:t>
            </a:r>
            <a:r>
              <a:rPr lang="en-US" sz="1400" spc="300" dirty="0" smtClean="0">
                <a:ln w="6350" cmpd="sng">
                  <a:solidFill>
                    <a:srgbClr val="FFFFFF"/>
                  </a:solidFill>
                  <a:prstDash val="solid"/>
                </a:ln>
                <a:solidFill>
                  <a:schemeClr val="bg1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cs typeface="Arial" pitchFamily="34" charset="0"/>
              </a:rPr>
              <a:t> </a:t>
            </a:r>
            <a:endParaRPr lang="en-US" sz="1400" spc="300" dirty="0">
              <a:ln w="6350" cmpd="sng">
                <a:solidFill>
                  <a:srgbClr val="FFFFFF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cs typeface="Arial" pitchFamily="34" charset="0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4038600" y="4495800"/>
            <a:ext cx="5105400" cy="914400"/>
            <a:chOff x="0" y="2895600"/>
            <a:chExt cx="9144000" cy="1676400"/>
          </a:xfrm>
        </p:grpSpPr>
        <p:sp>
          <p:nvSpPr>
            <p:cNvPr id="11" name="Rectangle 10"/>
            <p:cNvSpPr/>
            <p:nvPr/>
          </p:nvSpPr>
          <p:spPr>
            <a:xfrm>
              <a:off x="1981200" y="2895600"/>
              <a:ext cx="7162800" cy="1676400"/>
            </a:xfrm>
            <a:prstGeom prst="rect">
              <a:avLst/>
            </a:prstGeom>
            <a:solidFill>
              <a:srgbClr val="2965A7"/>
            </a:solidFill>
            <a:ln>
              <a:solidFill>
                <a:srgbClr val="1E497C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  <a:reflection blurRad="6350" stA="55000" endA="300" endPos="45500" dir="5400000" sy="-100000" algn="bl" rotWithShape="0"/>
                </a:effectLst>
              </a:endParaRPr>
            </a:p>
          </p:txBody>
        </p:sp>
        <p:pic>
          <p:nvPicPr>
            <p:cNvPr id="9" name="Picture 8" descr="83112707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895600"/>
              <a:ext cx="1954075" cy="1676400"/>
            </a:xfrm>
            <a:prstGeom prst="rect">
              <a:avLst/>
            </a:prstGeom>
            <a:ln>
              <a:solidFill>
                <a:srgbClr val="1E497C"/>
              </a:solidFill>
            </a:ln>
          </p:spPr>
        </p:pic>
        <p:sp>
          <p:nvSpPr>
            <p:cNvPr id="12" name="TextBox 11"/>
            <p:cNvSpPr txBox="1"/>
            <p:nvPr/>
          </p:nvSpPr>
          <p:spPr>
            <a:xfrm>
              <a:off x="3275463" y="3314700"/>
              <a:ext cx="4094328" cy="959237"/>
            </a:xfrm>
            <a:prstGeom prst="rect">
              <a:avLst/>
            </a:prstGeom>
            <a:noFill/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800" b="1" dirty="0" smtClean="0">
                  <a:solidFill>
                    <a:schemeClr val="bg1"/>
                  </a:solidFill>
                </a:rPr>
                <a:t>Thank You !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13" name="Picture 1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0" y="1676400"/>
            <a:ext cx="3394786" cy="2838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RMS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HRMS Presentation</Template>
  <TotalTime>235</TotalTime>
  <Words>229</Words>
  <Application>Microsoft Office PowerPoint</Application>
  <PresentationFormat>On-screen Show (4:3)</PresentationFormat>
  <Paragraphs>72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ＭＳ Ｐゴシック</vt:lpstr>
      <vt:lpstr>Arial</vt:lpstr>
      <vt:lpstr>Calibri</vt:lpstr>
      <vt:lpstr>HRMS Presentation</vt:lpstr>
      <vt:lpstr>Project Progress Report   </vt:lpstr>
      <vt:lpstr>Agenda</vt:lpstr>
      <vt:lpstr>Highlights in the Reporting period</vt:lpstr>
      <vt:lpstr>Activities Carried Out In This Reporting period</vt:lpstr>
      <vt:lpstr>Unplanned Activities Carried Out</vt:lpstr>
      <vt:lpstr>Plan for Next Reporting period</vt:lpstr>
      <vt:lpstr>Risks Analysis</vt:lpstr>
      <vt:lpstr>Issues and Concerns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UNEECOPS TECHNOLOGIES LTD</dc:title>
  <dc:creator>sys23</dc:creator>
  <cp:keywords>v1.0</cp:keywords>
  <cp:lastModifiedBy>UTL</cp:lastModifiedBy>
  <cp:revision>59</cp:revision>
  <dcterms:created xsi:type="dcterms:W3CDTF">2013-08-13T05:33:23Z</dcterms:created>
  <dcterms:modified xsi:type="dcterms:W3CDTF">2021-10-08T09:05:34Z</dcterms:modified>
</cp:coreProperties>
</file>