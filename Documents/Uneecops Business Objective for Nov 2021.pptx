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09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2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6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5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3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2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7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8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6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64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3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2D1C1-95EA-4526-AE28-A1794F4F2EAC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BBE8F-1440-400F-A943-A3E772CCD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9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 Smart Statement (As on May </a:t>
            </a:r>
            <a:r>
              <a:rPr lang="en-US" dirty="0" smtClean="0"/>
              <a:t>2021)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quantitative objective </a:t>
            </a:r>
            <a:r>
              <a:rPr lang="en-US" dirty="0" smtClean="0"/>
              <a:t>was </a:t>
            </a:r>
            <a:r>
              <a:rPr lang="en-US" dirty="0"/>
              <a:t>to improve "Net-Margin%"  of E-Gov projects from its </a:t>
            </a:r>
            <a:r>
              <a:rPr lang="en-US" dirty="0" smtClean="0"/>
              <a:t>existing </a:t>
            </a:r>
            <a:r>
              <a:rPr lang="en-US" dirty="0"/>
              <a:t>mean value of </a:t>
            </a:r>
            <a:r>
              <a:rPr lang="en-US" dirty="0" smtClean="0"/>
              <a:t>44.38%  </a:t>
            </a:r>
            <a:r>
              <a:rPr lang="en-US" dirty="0"/>
              <a:t>to 46.62% </a:t>
            </a:r>
            <a:r>
              <a:rPr lang="en-US" dirty="0" smtClean="0"/>
              <a:t>by May 2021 which is successfully achieved and </a:t>
            </a:r>
            <a:r>
              <a:rPr lang="en-US" dirty="0"/>
              <a:t>Standard deviation from 12.70% to 10.80% by </a:t>
            </a:r>
            <a:r>
              <a:rPr lang="en-US" dirty="0" smtClean="0"/>
              <a:t>May 2021 but the same could not be achieved.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Now the quantitative objective is to sustain </a:t>
            </a:r>
            <a:r>
              <a:rPr lang="en-US" dirty="0"/>
              <a:t>"Net-Margin%" </a:t>
            </a:r>
            <a:r>
              <a:rPr lang="en-US" dirty="0" smtClean="0"/>
              <a:t>at 46.62% and achieve </a:t>
            </a:r>
            <a:r>
              <a:rPr lang="en-US" dirty="0"/>
              <a:t>Standard deviation from 12.70% to 10.80% by </a:t>
            </a:r>
            <a:r>
              <a:rPr lang="en-US" dirty="0" smtClean="0"/>
              <a:t>Nov 2021. There has been no revision made in the Business Objective goal statement. Senior Management has decided to sustain their previous goals.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1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QPPO Smart Statement (As on May </a:t>
            </a:r>
            <a:r>
              <a:rPr lang="en-US" dirty="0" smtClean="0"/>
              <a:t>2021)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Since Business Objectives goals has not been revised, we will have the same goal for QPPOs and its sub-processes as well.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 smtClean="0"/>
              <a:t>Effort </a:t>
            </a:r>
            <a:r>
              <a:rPr lang="en-US" b="1" dirty="0"/>
              <a:t>Variance (b): </a:t>
            </a:r>
            <a:r>
              <a:rPr lang="en-US" dirty="0"/>
              <a:t>To improve effort variance from mean value of </a:t>
            </a:r>
            <a:r>
              <a:rPr lang="en-US" dirty="0" smtClean="0"/>
              <a:t>-11.64% </a:t>
            </a:r>
            <a:r>
              <a:rPr lang="en-US" dirty="0"/>
              <a:t>and standard deviation of </a:t>
            </a:r>
            <a:r>
              <a:rPr lang="en-US" dirty="0" smtClean="0"/>
              <a:t>7.24% </a:t>
            </a:r>
            <a:r>
              <a:rPr lang="en-US" dirty="0"/>
              <a:t>to mean value of 2.11% with standard deviation of 10.29% in E-Gov projects by </a:t>
            </a:r>
            <a:r>
              <a:rPr lang="en-US" dirty="0" smtClean="0"/>
              <a:t>Nov 2021 </a:t>
            </a:r>
            <a:r>
              <a:rPr lang="en-US" dirty="0"/>
              <a:t>through implementation of process improvement initiatives.	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Defect Rate: </a:t>
            </a:r>
            <a:r>
              <a:rPr lang="en-US" dirty="0"/>
              <a:t>To improve defect rate from mean value of 0.059 and standard deviation of 0.041 to mean value of 0.031 with standard deviation of 0.006 in E-Gov projects by </a:t>
            </a:r>
            <a:r>
              <a:rPr lang="en-US" dirty="0" smtClean="0"/>
              <a:t>Nov </a:t>
            </a:r>
            <a:r>
              <a:rPr lang="en-US" dirty="0"/>
              <a:t>2021 through implementation of process improvement initiatives.	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4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188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BO Smart Statement (As on May 2021)</vt:lpstr>
      <vt:lpstr>QPPO Smart Statement (As on May 2021)</vt:lpstr>
    </vt:vector>
  </TitlesOfParts>
  <Company>KPMG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Uneecops Business Objective</dc:title>
  <dc:creator>Makhija, Kamal</dc:creator>
  <cp:lastModifiedBy>Manoj Nagpal</cp:lastModifiedBy>
  <cp:revision>71</cp:revision>
  <cp:lastPrinted>2018-10-22T10:12:25Z</cp:lastPrinted>
  <dcterms:created xsi:type="dcterms:W3CDTF">2018-10-21T05:50:15Z</dcterms:created>
  <dcterms:modified xsi:type="dcterms:W3CDTF">2021-09-15T06:48:32Z</dcterms:modified>
</cp:coreProperties>
</file>